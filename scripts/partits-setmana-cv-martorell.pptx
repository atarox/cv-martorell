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73152"/>
            <a:ext cx="5285232" cy="5349240"/>
          </a:xfrm>
          <a:prstGeom prst="rect">
            <a:avLst/>
          </a:prstGeom>
          <a:solidFill>
            <a:srgbClr val="00D9FF">
              <a:alpha val="10000"/>
            </a:srgbClr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633472" cy="5349240"/>
          </a:xfrm>
          <a:prstGeom prst="rect">
            <a:avLst/>
          </a:prstGeom>
          <a:solidFill>
            <a:srgbClr val="70D7F2">
              <a:alpha val="8000"/>
            </a:srgbClr>
          </a:solidFill>
          <a:ln w="12700">
            <a:solidFill>
              <a:srgbClr val="70D7F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02920"/>
            <a:ext cx="5074920" cy="4709160"/>
          </a:xfrm>
          <a:prstGeom prst="rect">
            <a:avLst/>
          </a:prstGeom>
          <a:solidFill>
            <a:srgbClr val="03070C">
              <a:alpha val="0"/>
            </a:srgbClr>
          </a:solidFill>
          <a:ln w="12700">
            <a:solidFill>
              <a:srgbClr val="1F8FA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21140" y="502920"/>
            <a:ext cx="914" cy="4709160"/>
          </a:xfrm>
          <a:prstGeom prst="line">
            <a:avLst/>
          </a:prstGeom>
          <a:noFill/>
          <a:ln w="25400">
            <a:solidFill>
              <a:srgbClr val="00D9FF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502920"/>
            <a:ext cx="914" cy="4709160"/>
          </a:xfrm>
          <a:prstGeom prst="line">
            <a:avLst/>
          </a:prstGeom>
          <a:noFill/>
          <a:ln w="8890">
            <a:solidFill>
              <a:srgbClr val="70D7F2">
                <a:alpha val="3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502920"/>
            <a:ext cx="914" cy="4709160"/>
          </a:xfrm>
          <a:prstGeom prst="line">
            <a:avLst/>
          </a:prstGeom>
          <a:noFill/>
          <a:ln w="8890">
            <a:solidFill>
              <a:srgbClr val="70D7F2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6360" y="5074920"/>
            <a:ext cx="6675120" cy="-4160520"/>
          </a:xfrm>
          <a:prstGeom prst="line">
            <a:avLst/>
          </a:prstGeom>
          <a:noFill/>
          <a:ln w="39370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230368"/>
            <a:ext cx="5806440" cy="-3520440"/>
          </a:xfrm>
          <a:prstGeom prst="line">
            <a:avLst/>
          </a:prstGeom>
          <a:noFill/>
          <a:ln w="14605">
            <a:solidFill>
              <a:srgbClr val="00D9FF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5349240"/>
            <a:ext cx="4892040" cy="-2788920"/>
          </a:xfrm>
          <a:prstGeom prst="line">
            <a:avLst/>
          </a:prstGeom>
          <a:noFill/>
          <a:ln w="8890">
            <a:solidFill>
              <a:srgbClr val="00D9FF">
                <a:alpha val="3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90000">
            <a:off x="0" y="5074920"/>
            <a:ext cx="4069080" cy="164592"/>
          </a:xfrm>
          <a:prstGeom prst="rect">
            <a:avLst/>
          </a:prstGeom>
          <a:solidFill>
            <a:srgbClr val="00D9FF">
              <a:alpha val="32000"/>
            </a:srgbClr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0000">
            <a:off x="182880" y="5285232"/>
            <a:ext cx="3429000" cy="64008"/>
          </a:xfrm>
          <a:prstGeom prst="rect">
            <a:avLst/>
          </a:prstGeom>
          <a:solidFill>
            <a:srgbClr val="70D7F2">
              <a:alpha val="30000"/>
            </a:srgbClr>
          </a:solidFill>
          <a:ln w="12700">
            <a:solidFill>
              <a:srgbClr val="70D7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210312"/>
            <a:ext cx="822960" cy="822960"/>
          </a:xfrm>
          <a:prstGeom prst="ellipse">
            <a:avLst/>
          </a:prstGeom>
          <a:solidFill>
            <a:srgbClr val="03070C">
              <a:alpha val="0"/>
            </a:srgbClr>
          </a:solidFill>
          <a:ln w="17780">
            <a:solidFill>
              <a:srgbClr val="00D9FF">
                <a:alpha val="86000"/>
              </a:srgbClr>
            </a:solidFill>
            <a:prstDash val="solid"/>
          </a:ln>
        </p:spPr>
      </p:sp>
      <p:pic>
        <p:nvPicPr>
          <p:cNvPr id="15" name="Image 0" descr="./android-chrome-192x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731520" cy="731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53312" y="2834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PARTITS DE LA SETMANA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371600" y="704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28/09/2026  —  04/10/2026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8056" y="1115568"/>
            <a:ext cx="1225296" cy="502920"/>
          </a:xfrm>
          <a:prstGeom prst="roundRect">
            <a:avLst>
              <a:gd name="adj" fmla="val 9091"/>
            </a:avLst>
          </a:prstGeom>
          <a:solidFill>
            <a:srgbClr val="09141E">
              <a:alpha val="98000"/>
            </a:srgbClr>
          </a:solidFill>
          <a:ln w="8890">
            <a:solidFill>
              <a:srgbClr val="70D7F2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" y="1197864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DG.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1389888" y="1170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1208" y="138074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04/10</a:t>
            </a:r>
            <a:endParaRPr lang="en-US" sz="640" dirty="0"/>
          </a:p>
        </p:txBody>
      </p:sp>
      <p:sp>
        <p:nvSpPr>
          <p:cNvPr id="22" name="Shape 19"/>
          <p:cNvSpPr/>
          <p:nvPr/>
        </p:nvSpPr>
        <p:spPr>
          <a:xfrm>
            <a:off x="438912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0C2938">
              <a:alpha val="99000"/>
            </a:srgbClr>
          </a:solidFill>
          <a:ln w="10160">
            <a:solidFill>
              <a:srgbClr val="70D7F2">
                <a:alpha val="4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" y="1682496"/>
            <a:ext cx="50292" cy="171907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INFANTIL FEMENÍ NEGRE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2432304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792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70D7F2">
                <a:alpha val="8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1754" y="1993392"/>
            <a:ext cx="0" cy="187452"/>
          </a:xfrm>
          <a:prstGeom prst="line">
            <a:avLst/>
          </a:prstGeom>
          <a:noFill/>
          <a:ln w="9525">
            <a:solidFill>
              <a:srgbClr val="00D9FF">
                <a:alpha val="9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2771" y="1993392"/>
            <a:ext cx="0" cy="187452"/>
          </a:xfrm>
          <a:prstGeom prst="line">
            <a:avLst/>
          </a:prstGeom>
          <a:noFill/>
          <a:ln w="5080">
            <a:solidFill>
              <a:srgbClr val="70D7F2">
                <a:alpha val="5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0736" y="1993392"/>
            <a:ext cx="0" cy="187452"/>
          </a:xfrm>
          <a:prstGeom prst="line">
            <a:avLst/>
          </a:prstGeom>
          <a:noFill/>
          <a:ln w="5080">
            <a:solidFill>
              <a:srgbClr val="70D7F2">
                <a:alpha val="5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8408" y="2177552"/>
            <a:ext cx="0" cy="-202448"/>
          </a:xfrm>
          <a:prstGeom prst="line">
            <a:avLst/>
          </a:prstGeom>
          <a:noFill/>
          <a:ln w="10160">
            <a:solidFill>
              <a:srgbClr val="00D9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63335" y="2177552"/>
            <a:ext cx="0" cy="-202448"/>
          </a:xfrm>
          <a:prstGeom prst="line">
            <a:avLst/>
          </a:prstGeom>
          <a:noFill/>
          <a:ln w="10160">
            <a:solidFill>
              <a:srgbClr val="00D9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8408" y="2005096"/>
            <a:ext cx="284927" cy="0"/>
          </a:xfrm>
          <a:prstGeom prst="line">
            <a:avLst/>
          </a:prstGeom>
          <a:noFill/>
          <a:ln w="9525">
            <a:solidFill>
              <a:srgbClr val="70D7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49640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20872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92103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78408" y="2042587"/>
            <a:ext cx="284927" cy="0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78408" y="2110069"/>
            <a:ext cx="284927" cy="0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48840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00D9FF">
                <a:alpha val="95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rot="1440000">
            <a:off x="2185050" y="2089953"/>
            <a:ext cx="128748" cy="914"/>
          </a:xfrm>
          <a:prstGeom prst="line">
            <a:avLst/>
          </a:prstGeom>
          <a:noFill/>
          <a:ln w="5715">
            <a:solidFill>
              <a:srgbClr val="70D7F2">
                <a:alpha val="9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rot="-1320000">
            <a:off x="2245401" y="2027591"/>
            <a:ext cx="914" cy="132771"/>
          </a:xfrm>
          <a:prstGeom prst="line">
            <a:avLst/>
          </a:prstGeom>
          <a:noFill/>
          <a:ln w="5715">
            <a:solidFill>
              <a:srgbClr val="70D7F2">
                <a:alpha val="9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NEGRE</a:t>
            </a:r>
            <a:endParaRPr lang="en-US" sz="1180" dirty="0"/>
          </a:p>
        </p:txBody>
      </p:sp>
      <p:sp>
        <p:nvSpPr>
          <p:cNvPr id="42" name="Text 39"/>
          <p:cNvSpPr/>
          <p:nvPr/>
        </p:nvSpPr>
        <p:spPr>
          <a:xfrm>
            <a:off x="621792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43" name="Text 40"/>
          <p:cNvSpPr/>
          <p:nvPr/>
        </p:nvSpPr>
        <p:spPr>
          <a:xfrm>
            <a:off x="621792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VÒLEI SANT MARTÍ INF NEGRE</a:t>
            </a:r>
            <a:endParaRPr lang="en-US" sz="1180" dirty="0"/>
          </a:p>
        </p:txBody>
      </p:sp>
      <p:sp>
        <p:nvSpPr>
          <p:cNvPr id="44" name="Shape 41"/>
          <p:cNvSpPr/>
          <p:nvPr/>
        </p:nvSpPr>
        <p:spPr>
          <a:xfrm>
            <a:off x="621792" y="3081528"/>
            <a:ext cx="2377440" cy="0"/>
          </a:xfrm>
          <a:prstGeom prst="line">
            <a:avLst/>
          </a:prstGeom>
          <a:noFill/>
          <a:ln w="6985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580" dirty="0"/>
          </a:p>
        </p:txBody>
      </p:sp>
      <p:sp>
        <p:nvSpPr>
          <p:cNvPr id="46" name="Shape 43"/>
          <p:cNvSpPr/>
          <p:nvPr/>
        </p:nvSpPr>
        <p:spPr>
          <a:xfrm>
            <a:off x="1353312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426464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M</a:t>
            </a:r>
            <a:endParaRPr lang="en-US" sz="540" dirty="0"/>
          </a:p>
        </p:txBody>
      </p:sp>
      <p:sp>
        <p:nvSpPr>
          <p:cNvPr id="48" name="Shape 45"/>
          <p:cNvSpPr/>
          <p:nvPr/>
        </p:nvSpPr>
        <p:spPr>
          <a:xfrm>
            <a:off x="3328416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0C2938">
              <a:alpha val="99000"/>
            </a:srgbClr>
          </a:solidFill>
          <a:ln w="10160">
            <a:solidFill>
              <a:srgbClr val="70D7F2">
                <a:alpha val="4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328416" y="1682496"/>
            <a:ext cx="50292" cy="171907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511296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CADET FEMENÍ NEGRE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5321808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3511296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70D7F2">
                <a:alpha val="80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661258" y="1993392"/>
            <a:ext cx="0" cy="187452"/>
          </a:xfrm>
          <a:prstGeom prst="line">
            <a:avLst/>
          </a:prstGeom>
          <a:noFill/>
          <a:ln w="9525">
            <a:solidFill>
              <a:srgbClr val="00D9FF">
                <a:alpha val="90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592275" y="1993392"/>
            <a:ext cx="0" cy="187452"/>
          </a:xfrm>
          <a:prstGeom prst="line">
            <a:avLst/>
          </a:prstGeom>
          <a:noFill/>
          <a:ln w="5080">
            <a:solidFill>
              <a:srgbClr val="70D7F2">
                <a:alpha val="55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730240" y="1993392"/>
            <a:ext cx="0" cy="187452"/>
          </a:xfrm>
          <a:prstGeom prst="line">
            <a:avLst/>
          </a:prstGeom>
          <a:noFill/>
          <a:ln w="5080">
            <a:solidFill>
              <a:srgbClr val="70D7F2">
                <a:alpha val="55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867912" y="2177552"/>
            <a:ext cx="0" cy="-202448"/>
          </a:xfrm>
          <a:prstGeom prst="line">
            <a:avLst/>
          </a:prstGeom>
          <a:noFill/>
          <a:ln w="10160">
            <a:solidFill>
              <a:srgbClr val="00D9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152839" y="2177552"/>
            <a:ext cx="0" cy="-202448"/>
          </a:xfrm>
          <a:prstGeom prst="line">
            <a:avLst/>
          </a:prstGeom>
          <a:noFill/>
          <a:ln w="10160">
            <a:solidFill>
              <a:srgbClr val="00D9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867912" y="2005096"/>
            <a:ext cx="284927" cy="0"/>
          </a:xfrm>
          <a:prstGeom prst="line">
            <a:avLst/>
          </a:prstGeom>
          <a:noFill/>
          <a:ln w="9525">
            <a:solidFill>
              <a:srgbClr val="70D7F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939144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010376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081607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867912" y="2042587"/>
            <a:ext cx="284927" cy="0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867912" y="2110069"/>
            <a:ext cx="284927" cy="0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038344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00D9FF">
                <a:alpha val="95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rot="1440000">
            <a:off x="5074554" y="2089953"/>
            <a:ext cx="128748" cy="914"/>
          </a:xfrm>
          <a:prstGeom prst="line">
            <a:avLst/>
          </a:prstGeom>
          <a:noFill/>
          <a:ln w="5715">
            <a:solidFill>
              <a:srgbClr val="70D7F2">
                <a:alpha val="95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 rot="-1320000">
            <a:off x="5134905" y="2027591"/>
            <a:ext cx="914" cy="132771"/>
          </a:xfrm>
          <a:prstGeom prst="line">
            <a:avLst/>
          </a:prstGeom>
          <a:noFill/>
          <a:ln w="5715">
            <a:solidFill>
              <a:srgbClr val="70D7F2">
                <a:alpha val="95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511296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NEGRE</a:t>
            </a:r>
            <a:endParaRPr lang="en-US" sz="1180" dirty="0"/>
          </a:p>
        </p:txBody>
      </p:sp>
      <p:sp>
        <p:nvSpPr>
          <p:cNvPr id="68" name="Text 65"/>
          <p:cNvSpPr/>
          <p:nvPr/>
        </p:nvSpPr>
        <p:spPr>
          <a:xfrm>
            <a:off x="3511296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69" name="Text 66"/>
          <p:cNvSpPr/>
          <p:nvPr/>
        </p:nvSpPr>
        <p:spPr>
          <a:xfrm>
            <a:off x="3511296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HUKLA CV ESPLUGUES BLAU</a:t>
            </a:r>
            <a:endParaRPr lang="en-US" sz="1180" dirty="0"/>
          </a:p>
        </p:txBody>
      </p:sp>
      <p:sp>
        <p:nvSpPr>
          <p:cNvPr id="70" name="Shape 67"/>
          <p:cNvSpPr/>
          <p:nvPr/>
        </p:nvSpPr>
        <p:spPr>
          <a:xfrm>
            <a:off x="3511296" y="3081528"/>
            <a:ext cx="2377440" cy="0"/>
          </a:xfrm>
          <a:prstGeom prst="line">
            <a:avLst/>
          </a:prstGeom>
          <a:noFill/>
          <a:ln w="6985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511296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580" dirty="0"/>
          </a:p>
        </p:txBody>
      </p:sp>
      <p:sp>
        <p:nvSpPr>
          <p:cNvPr id="72" name="Shape 69"/>
          <p:cNvSpPr/>
          <p:nvPr/>
        </p:nvSpPr>
        <p:spPr>
          <a:xfrm>
            <a:off x="4242816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315968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H</a:t>
            </a:r>
            <a:endParaRPr lang="en-US" sz="540" dirty="0"/>
          </a:p>
        </p:txBody>
      </p:sp>
      <p:sp>
        <p:nvSpPr>
          <p:cNvPr id="74" name="Shape 71"/>
          <p:cNvSpPr/>
          <p:nvPr/>
        </p:nvSpPr>
        <p:spPr>
          <a:xfrm>
            <a:off x="6217920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0C2938">
              <a:alpha val="99000"/>
            </a:srgbClr>
          </a:solidFill>
          <a:ln w="10160">
            <a:solidFill>
              <a:srgbClr val="70D7F2">
                <a:alpha val="45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217920" y="1682496"/>
            <a:ext cx="50292" cy="171907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400800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JUVENIL FEMENÍ NEGRE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8211312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12:45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6400800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70D7F2">
                <a:alpha val="8000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550762" y="1993392"/>
            <a:ext cx="0" cy="187452"/>
          </a:xfrm>
          <a:prstGeom prst="line">
            <a:avLst/>
          </a:prstGeom>
          <a:noFill/>
          <a:ln w="9525">
            <a:solidFill>
              <a:srgbClr val="00D9FF">
                <a:alpha val="9000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481779" y="1993392"/>
            <a:ext cx="0" cy="187452"/>
          </a:xfrm>
          <a:prstGeom prst="line">
            <a:avLst/>
          </a:prstGeom>
          <a:noFill/>
          <a:ln w="5080">
            <a:solidFill>
              <a:srgbClr val="70D7F2">
                <a:alpha val="5500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619744" y="1993392"/>
            <a:ext cx="0" cy="187452"/>
          </a:xfrm>
          <a:prstGeom prst="line">
            <a:avLst/>
          </a:prstGeom>
          <a:noFill/>
          <a:ln w="5080">
            <a:solidFill>
              <a:srgbClr val="70D7F2">
                <a:alpha val="5500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757416" y="2177552"/>
            <a:ext cx="0" cy="-202448"/>
          </a:xfrm>
          <a:prstGeom prst="line">
            <a:avLst/>
          </a:prstGeom>
          <a:noFill/>
          <a:ln w="10160">
            <a:solidFill>
              <a:srgbClr val="00D9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042343" y="2177552"/>
            <a:ext cx="0" cy="-202448"/>
          </a:xfrm>
          <a:prstGeom prst="line">
            <a:avLst/>
          </a:prstGeom>
          <a:noFill/>
          <a:ln w="10160">
            <a:solidFill>
              <a:srgbClr val="00D9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757416" y="2005096"/>
            <a:ext cx="284927" cy="0"/>
          </a:xfrm>
          <a:prstGeom prst="line">
            <a:avLst/>
          </a:prstGeom>
          <a:noFill/>
          <a:ln w="9525">
            <a:solidFill>
              <a:srgbClr val="70D7F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828648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6899880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971111" y="2005096"/>
            <a:ext cx="0" cy="172456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757416" y="2042587"/>
            <a:ext cx="284927" cy="0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757416" y="2110069"/>
            <a:ext cx="284927" cy="0"/>
          </a:xfrm>
          <a:prstGeom prst="line">
            <a:avLst/>
          </a:prstGeom>
          <a:noFill/>
          <a:ln w="3556">
            <a:solidFill>
              <a:srgbClr val="70D7F2">
                <a:alpha val="6200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927848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00D9FF">
                <a:alpha val="9500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 rot="1440000">
            <a:off x="7964058" y="2089953"/>
            <a:ext cx="128748" cy="914"/>
          </a:xfrm>
          <a:prstGeom prst="line">
            <a:avLst/>
          </a:prstGeom>
          <a:noFill/>
          <a:ln w="5715">
            <a:solidFill>
              <a:srgbClr val="70D7F2">
                <a:alpha val="9500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rot="-1320000">
            <a:off x="8024409" y="2027591"/>
            <a:ext cx="914" cy="132771"/>
          </a:xfrm>
          <a:prstGeom prst="line">
            <a:avLst/>
          </a:prstGeom>
          <a:noFill/>
          <a:ln w="5715">
            <a:solidFill>
              <a:srgbClr val="70D7F2">
                <a:alpha val="95000"/>
              </a:srgbClr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640080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NEGRE</a:t>
            </a:r>
            <a:endParaRPr lang="en-US" sz="1180" dirty="0"/>
          </a:p>
        </p:txBody>
      </p:sp>
      <p:sp>
        <p:nvSpPr>
          <p:cNvPr id="94" name="Text 91"/>
          <p:cNvSpPr/>
          <p:nvPr/>
        </p:nvSpPr>
        <p:spPr>
          <a:xfrm>
            <a:off x="6400800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95" name="Text 92"/>
          <p:cNvSpPr/>
          <p:nvPr/>
        </p:nvSpPr>
        <p:spPr>
          <a:xfrm>
            <a:off x="640080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HUKLA CV ESPLUGUES BLAU</a:t>
            </a:r>
            <a:endParaRPr lang="en-US" sz="1180" dirty="0"/>
          </a:p>
        </p:txBody>
      </p:sp>
      <p:sp>
        <p:nvSpPr>
          <p:cNvPr id="96" name="Shape 93"/>
          <p:cNvSpPr/>
          <p:nvPr/>
        </p:nvSpPr>
        <p:spPr>
          <a:xfrm>
            <a:off x="6400800" y="3081528"/>
            <a:ext cx="2377440" cy="0"/>
          </a:xfrm>
          <a:prstGeom prst="line">
            <a:avLst/>
          </a:prstGeom>
          <a:noFill/>
          <a:ln w="6985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400800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580" dirty="0"/>
          </a:p>
        </p:txBody>
      </p:sp>
      <p:sp>
        <p:nvSpPr>
          <p:cNvPr id="98" name="Shape 95"/>
          <p:cNvSpPr/>
          <p:nvPr/>
        </p:nvSpPr>
        <p:spPr>
          <a:xfrm>
            <a:off x="7132320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00D9FF">
                <a:alpha val="45000"/>
              </a:srgbClr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205472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H</a:t>
            </a:r>
            <a:endParaRPr lang="en-US" sz="540" dirty="0"/>
          </a:p>
        </p:txBody>
      </p:sp>
      <p:sp>
        <p:nvSpPr>
          <p:cNvPr id="100" name="Shape 97"/>
          <p:cNvSpPr/>
          <p:nvPr/>
        </p:nvSpPr>
        <p:spPr>
          <a:xfrm>
            <a:off x="2862072" y="5532120"/>
            <a:ext cx="6473952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00D9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8000"/>
              </a:srgbClr>
            </a:outerShdw>
          </a:effectLst>
        </p:spPr>
      </p:sp>
      <p:pic>
        <p:nvPicPr>
          <p:cNvPr id="101" name="Image 1" descr="C:\Users\TMTZEKI\cvmartorell\cv-martorell\scripts\faldon_spon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5596128"/>
            <a:ext cx="6291072" cy="832104"/>
          </a:xfrm>
          <a:prstGeom prst="rect">
            <a:avLst/>
          </a:prstGeom>
        </p:spPr>
      </p:pic>
      <p:sp>
        <p:nvSpPr>
          <p:cNvPr id="102" name="Shape 98"/>
          <p:cNvSpPr/>
          <p:nvPr/>
        </p:nvSpPr>
        <p:spPr>
          <a:xfrm>
            <a:off x="457200" y="6510528"/>
            <a:ext cx="11228832" cy="0"/>
          </a:xfrm>
          <a:prstGeom prst="line">
            <a:avLst/>
          </a:prstGeom>
          <a:noFill/>
          <a:ln w="13970">
            <a:solidFill>
              <a:srgbClr val="00D9FF">
                <a:alpha val="7000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60" kern="0" dirty="0">
                <a:solidFill>
                  <a:srgbClr val="70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VOLEIBOL MARTORELL</a:t>
            </a:r>
            <a:endParaRPr lang="en-US" sz="6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73152"/>
            <a:ext cx="5285232" cy="5349240"/>
          </a:xfrm>
          <a:prstGeom prst="rect">
            <a:avLst/>
          </a:prstGeom>
          <a:solidFill>
            <a:srgbClr val="FF69B1">
              <a:alpha val="10000"/>
            </a:srgbClr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73152"/>
            <a:ext cx="2633472" cy="5349240"/>
          </a:xfrm>
          <a:prstGeom prst="rect">
            <a:avLst/>
          </a:prstGeom>
          <a:solidFill>
            <a:srgbClr val="FF69B1">
              <a:alpha val="8000"/>
            </a:srgbClr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02920"/>
            <a:ext cx="5074920" cy="4709160"/>
          </a:xfrm>
          <a:prstGeom prst="rect">
            <a:avLst/>
          </a:prstGeom>
          <a:solidFill>
            <a:srgbClr val="03070C">
              <a:alpha val="0"/>
            </a:srgbClr>
          </a:solidFill>
          <a:ln w="12700">
            <a:solidFill>
              <a:srgbClr val="7A3155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21140" y="502920"/>
            <a:ext cx="914" cy="4709160"/>
          </a:xfrm>
          <a:prstGeom prst="line">
            <a:avLst/>
          </a:prstGeom>
          <a:noFill/>
          <a:ln w="25400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502920"/>
            <a:ext cx="914" cy="4709160"/>
          </a:xfrm>
          <a:prstGeom prst="line">
            <a:avLst/>
          </a:prstGeom>
          <a:noFill/>
          <a:ln w="8890">
            <a:solidFill>
              <a:srgbClr val="FF69B1">
                <a:alpha val="3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502920"/>
            <a:ext cx="914" cy="4709160"/>
          </a:xfrm>
          <a:prstGeom prst="line">
            <a:avLst/>
          </a:prstGeom>
          <a:noFill/>
          <a:ln w="8890">
            <a:solidFill>
              <a:srgbClr val="FF69B1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6360" y="5074920"/>
            <a:ext cx="6675120" cy="-4160520"/>
          </a:xfrm>
          <a:prstGeom prst="line">
            <a:avLst/>
          </a:prstGeom>
          <a:noFill/>
          <a:ln w="3937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230368"/>
            <a:ext cx="5806440" cy="-3520440"/>
          </a:xfrm>
          <a:prstGeom prst="line">
            <a:avLst/>
          </a:prstGeom>
          <a:noFill/>
          <a:ln w="14605">
            <a:solidFill>
              <a:srgbClr val="FF69B1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5349240"/>
            <a:ext cx="4892040" cy="-2788920"/>
          </a:xfrm>
          <a:prstGeom prst="line">
            <a:avLst/>
          </a:prstGeom>
          <a:noFill/>
          <a:ln w="8890">
            <a:solidFill>
              <a:srgbClr val="FF69B1">
                <a:alpha val="3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90000">
            <a:off x="0" y="5074920"/>
            <a:ext cx="4069080" cy="164592"/>
          </a:xfrm>
          <a:prstGeom prst="rect">
            <a:avLst/>
          </a:prstGeom>
          <a:solidFill>
            <a:srgbClr val="FF69B1">
              <a:alpha val="32000"/>
            </a:srgbClr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0000">
            <a:off x="182880" y="5285232"/>
            <a:ext cx="3429000" cy="64008"/>
          </a:xfrm>
          <a:prstGeom prst="rect">
            <a:avLst/>
          </a:prstGeom>
          <a:solidFill>
            <a:srgbClr val="FF69B1">
              <a:alpha val="30000"/>
            </a:srgbClr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210312"/>
            <a:ext cx="822960" cy="822960"/>
          </a:xfrm>
          <a:prstGeom prst="ellipse">
            <a:avLst/>
          </a:prstGeom>
          <a:solidFill>
            <a:srgbClr val="03070C">
              <a:alpha val="0"/>
            </a:srgbClr>
          </a:solidFill>
          <a:ln w="17780">
            <a:solidFill>
              <a:srgbClr val="FF69B1">
                <a:alpha val="86000"/>
              </a:srgbClr>
            </a:solidFill>
            <a:prstDash val="solid"/>
          </a:ln>
        </p:spPr>
      </p:sp>
      <p:pic>
        <p:nvPicPr>
          <p:cNvPr id="15" name="Image 0" descr="./android-chrome-192x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731520" cy="731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53312" y="2834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PARTITS DE LA SETMANA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371600" y="704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28/09/2026  —  04/10/2026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8056" y="1115568"/>
            <a:ext cx="1225296" cy="502920"/>
          </a:xfrm>
          <a:prstGeom prst="roundRect">
            <a:avLst>
              <a:gd name="adj" fmla="val 9091"/>
            </a:avLst>
          </a:prstGeom>
          <a:solidFill>
            <a:srgbClr val="09141E">
              <a:alpha val="98000"/>
            </a:srgbClr>
          </a:solidFill>
          <a:ln w="8890">
            <a:solidFill>
              <a:srgbClr val="FF69B1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" y="1197864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DS.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1389888" y="1170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1208" y="138074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03/10</a:t>
            </a:r>
            <a:endParaRPr lang="en-US" sz="640" dirty="0"/>
          </a:p>
        </p:txBody>
      </p:sp>
      <p:sp>
        <p:nvSpPr>
          <p:cNvPr id="22" name="Shape 19"/>
          <p:cNvSpPr/>
          <p:nvPr/>
        </p:nvSpPr>
        <p:spPr>
          <a:xfrm>
            <a:off x="1746504" y="1115568"/>
            <a:ext cx="1225296" cy="502920"/>
          </a:xfrm>
          <a:prstGeom prst="roundRect">
            <a:avLst>
              <a:gd name="adj" fmla="val 9091"/>
            </a:avLst>
          </a:prstGeom>
          <a:solidFill>
            <a:srgbClr val="09141E">
              <a:alpha val="98000"/>
            </a:srgbClr>
          </a:solidFill>
          <a:ln w="8890">
            <a:solidFill>
              <a:srgbClr val="FF69B1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19656" y="1197864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DG.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2688336" y="1170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819656" y="138074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04/10</a:t>
            </a:r>
            <a:endParaRPr lang="en-US" sz="640" dirty="0"/>
          </a:p>
        </p:txBody>
      </p:sp>
      <p:sp>
        <p:nvSpPr>
          <p:cNvPr id="26" name="Shape 23"/>
          <p:cNvSpPr/>
          <p:nvPr/>
        </p:nvSpPr>
        <p:spPr>
          <a:xfrm>
            <a:off x="438912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912" y="1682496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CADET FEMENÍ BLAU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2432304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792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1754" y="1993392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2771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0736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8408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263335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78408" y="2005096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9640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20872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92103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8408" y="2042587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8408" y="2110069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48840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rot="1440000">
            <a:off x="2185050" y="2089953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rot="-1320000">
            <a:off x="2245401" y="2027591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VOLEI MONJOS BLAU</a:t>
            </a:r>
            <a:endParaRPr lang="en-US" sz="1180" dirty="0"/>
          </a:p>
        </p:txBody>
      </p:sp>
      <p:sp>
        <p:nvSpPr>
          <p:cNvPr id="46" name="Text 43"/>
          <p:cNvSpPr/>
          <p:nvPr/>
        </p:nvSpPr>
        <p:spPr>
          <a:xfrm>
            <a:off x="621792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47" name="Text 44"/>
          <p:cNvSpPr/>
          <p:nvPr/>
        </p:nvSpPr>
        <p:spPr>
          <a:xfrm>
            <a:off x="621792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BLAU</a:t>
            </a:r>
            <a:endParaRPr lang="en-US" sz="1180" dirty="0"/>
          </a:p>
        </p:txBody>
      </p:sp>
      <p:sp>
        <p:nvSpPr>
          <p:cNvPr id="48" name="Shape 45"/>
          <p:cNvSpPr/>
          <p:nvPr/>
        </p:nvSpPr>
        <p:spPr>
          <a:xfrm>
            <a:off x="621792" y="3081528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1792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50" name="Shape 47"/>
          <p:cNvSpPr/>
          <p:nvPr/>
        </p:nvSpPr>
        <p:spPr>
          <a:xfrm>
            <a:off x="1353312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426464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H</a:t>
            </a:r>
            <a:endParaRPr lang="en-US" sz="540" dirty="0"/>
          </a:p>
        </p:txBody>
      </p:sp>
      <p:sp>
        <p:nvSpPr>
          <p:cNvPr id="52" name="Shape 49"/>
          <p:cNvSpPr/>
          <p:nvPr/>
        </p:nvSpPr>
        <p:spPr>
          <a:xfrm>
            <a:off x="3328416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328416" y="1682496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511296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JUVENIL FEMENÍ BLAU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5321808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3511296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661258" y="1993392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592275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730240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867912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52839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867912" y="2005096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939144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010376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081607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867912" y="2042587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867912" y="2110069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038344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 rot="1440000">
            <a:off x="5074554" y="2089953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rot="-1320000">
            <a:off x="5134905" y="2027591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511296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VOLEI MONJOS BLAU</a:t>
            </a:r>
            <a:endParaRPr lang="en-US" sz="1180" dirty="0"/>
          </a:p>
        </p:txBody>
      </p:sp>
      <p:sp>
        <p:nvSpPr>
          <p:cNvPr id="72" name="Text 69"/>
          <p:cNvSpPr/>
          <p:nvPr/>
        </p:nvSpPr>
        <p:spPr>
          <a:xfrm>
            <a:off x="3511296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73" name="Text 70"/>
          <p:cNvSpPr/>
          <p:nvPr/>
        </p:nvSpPr>
        <p:spPr>
          <a:xfrm>
            <a:off x="3511296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BLAU</a:t>
            </a:r>
            <a:endParaRPr lang="en-US" sz="1180" dirty="0"/>
          </a:p>
        </p:txBody>
      </p:sp>
      <p:sp>
        <p:nvSpPr>
          <p:cNvPr id="74" name="Shape 71"/>
          <p:cNvSpPr/>
          <p:nvPr/>
        </p:nvSpPr>
        <p:spPr>
          <a:xfrm>
            <a:off x="3511296" y="3081528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511296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76" name="Shape 73"/>
          <p:cNvSpPr/>
          <p:nvPr/>
        </p:nvSpPr>
        <p:spPr>
          <a:xfrm>
            <a:off x="4242816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315968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H</a:t>
            </a:r>
            <a:endParaRPr lang="en-US" sz="540" dirty="0"/>
          </a:p>
        </p:txBody>
      </p:sp>
      <p:sp>
        <p:nvSpPr>
          <p:cNvPr id="78" name="Shape 75"/>
          <p:cNvSpPr/>
          <p:nvPr/>
        </p:nvSpPr>
        <p:spPr>
          <a:xfrm>
            <a:off x="6217920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217920" y="1682496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400800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SÈNIOR FEMENÍ BLAU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8211312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6400800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550762" y="1993392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481779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619744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6757416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042343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757416" y="2005096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828648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899880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971111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757416" y="2042587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757416" y="2110069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927848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 rot="1440000">
            <a:off x="7964058" y="2089953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 rot="-1320000">
            <a:off x="8024409" y="2027591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40080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 TERRASSA B</a:t>
            </a:r>
            <a:endParaRPr lang="en-US" sz="1180" dirty="0"/>
          </a:p>
        </p:txBody>
      </p:sp>
      <p:sp>
        <p:nvSpPr>
          <p:cNvPr id="98" name="Text 95"/>
          <p:cNvSpPr/>
          <p:nvPr/>
        </p:nvSpPr>
        <p:spPr>
          <a:xfrm>
            <a:off x="6400800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99" name="Text 96"/>
          <p:cNvSpPr/>
          <p:nvPr/>
        </p:nvSpPr>
        <p:spPr>
          <a:xfrm>
            <a:off x="640080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BLAU</a:t>
            </a:r>
            <a:endParaRPr lang="en-US" sz="1180" dirty="0"/>
          </a:p>
        </p:txBody>
      </p:sp>
      <p:sp>
        <p:nvSpPr>
          <p:cNvPr id="100" name="Shape 97"/>
          <p:cNvSpPr/>
          <p:nvPr/>
        </p:nvSpPr>
        <p:spPr>
          <a:xfrm>
            <a:off x="6400800" y="3081528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6400800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102" name="Shape 99"/>
          <p:cNvSpPr/>
          <p:nvPr/>
        </p:nvSpPr>
        <p:spPr>
          <a:xfrm>
            <a:off x="7132320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7205472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A</a:t>
            </a:r>
            <a:endParaRPr lang="en-US" sz="540" dirty="0"/>
          </a:p>
        </p:txBody>
      </p:sp>
      <p:sp>
        <p:nvSpPr>
          <p:cNvPr id="104" name="Shape 101"/>
          <p:cNvSpPr/>
          <p:nvPr/>
        </p:nvSpPr>
        <p:spPr>
          <a:xfrm>
            <a:off x="9107424" y="1682496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107424" y="1682496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9290304" y="179222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CADET MASCULÍ NEGRE</a:t>
            </a:r>
            <a:endParaRPr lang="en-US" sz="720" dirty="0"/>
          </a:p>
        </p:txBody>
      </p:sp>
      <p:sp>
        <p:nvSpPr>
          <p:cNvPr id="107" name="Text 104"/>
          <p:cNvSpPr/>
          <p:nvPr/>
        </p:nvSpPr>
        <p:spPr>
          <a:xfrm>
            <a:off x="11100816" y="17556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</a:t>
            </a:r>
            <a:endParaRPr lang="en-US" sz="1400" dirty="0"/>
          </a:p>
        </p:txBody>
      </p:sp>
      <p:sp>
        <p:nvSpPr>
          <p:cNvPr id="108" name="Shape 105"/>
          <p:cNvSpPr/>
          <p:nvPr/>
        </p:nvSpPr>
        <p:spPr>
          <a:xfrm>
            <a:off x="9290304" y="1993392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9440266" y="1993392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9371283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9509248" y="1993392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9646920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9931847" y="2177552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9646920" y="2005096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9718152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9789384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9860615" y="2005096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9646920" y="2042587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646920" y="2110069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0817352" y="1993392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 rot="1440000">
            <a:off x="10853562" y="2089953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 rot="-1320000">
            <a:off x="10913913" y="2027591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290304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IGUALADA V.C. CADET MASCULI 2</a:t>
            </a:r>
            <a:endParaRPr lang="en-US" sz="1180" dirty="0"/>
          </a:p>
        </p:txBody>
      </p:sp>
      <p:sp>
        <p:nvSpPr>
          <p:cNvPr id="124" name="Text 121"/>
          <p:cNvSpPr/>
          <p:nvPr/>
        </p:nvSpPr>
        <p:spPr>
          <a:xfrm>
            <a:off x="9290304" y="25054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125" name="Text 122"/>
          <p:cNvSpPr/>
          <p:nvPr/>
        </p:nvSpPr>
        <p:spPr>
          <a:xfrm>
            <a:off x="9290304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NEGRE</a:t>
            </a:r>
            <a:endParaRPr lang="en-US" sz="1180" dirty="0"/>
          </a:p>
        </p:txBody>
      </p:sp>
      <p:sp>
        <p:nvSpPr>
          <p:cNvPr id="126" name="Shape 123"/>
          <p:cNvSpPr/>
          <p:nvPr/>
        </p:nvSpPr>
        <p:spPr>
          <a:xfrm>
            <a:off x="9290304" y="3081528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290304" y="31729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128" name="Shape 125"/>
          <p:cNvSpPr/>
          <p:nvPr/>
        </p:nvSpPr>
        <p:spPr>
          <a:xfrm>
            <a:off x="10021824" y="3136392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0094976" y="3177540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B</a:t>
            </a:r>
            <a:endParaRPr lang="en-US" sz="540" dirty="0"/>
          </a:p>
        </p:txBody>
      </p:sp>
      <p:sp>
        <p:nvSpPr>
          <p:cNvPr id="130" name="Shape 127"/>
          <p:cNvSpPr/>
          <p:nvPr/>
        </p:nvSpPr>
        <p:spPr>
          <a:xfrm>
            <a:off x="438912" y="3547872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38912" y="3547872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621792" y="36576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SÈNIOR FEMENÍ NEGRE</a:t>
            </a:r>
            <a:endParaRPr lang="en-US" sz="720" dirty="0"/>
          </a:p>
        </p:txBody>
      </p:sp>
      <p:sp>
        <p:nvSpPr>
          <p:cNvPr id="133" name="Text 130"/>
          <p:cNvSpPr/>
          <p:nvPr/>
        </p:nvSpPr>
        <p:spPr>
          <a:xfrm>
            <a:off x="2432304" y="36210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1400" dirty="0"/>
          </a:p>
        </p:txBody>
      </p:sp>
      <p:sp>
        <p:nvSpPr>
          <p:cNvPr id="134" name="Shape 131"/>
          <p:cNvSpPr/>
          <p:nvPr/>
        </p:nvSpPr>
        <p:spPr>
          <a:xfrm>
            <a:off x="621792" y="3858768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71754" y="3858768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02771" y="3858768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840736" y="3858768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978408" y="4042928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1263335" y="4042928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978408" y="3870472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049640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120872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192103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978408" y="3907963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978408" y="3975445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148840" y="3858768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rot="1440000">
            <a:off x="2185050" y="3955329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 rot="-1320000">
            <a:off x="2245401" y="3892967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621792" y="4105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SANT BOI - SENIOR FEM BLAU</a:t>
            </a:r>
            <a:endParaRPr lang="en-US" sz="1180" dirty="0"/>
          </a:p>
        </p:txBody>
      </p:sp>
      <p:sp>
        <p:nvSpPr>
          <p:cNvPr id="150" name="Text 147"/>
          <p:cNvSpPr/>
          <p:nvPr/>
        </p:nvSpPr>
        <p:spPr>
          <a:xfrm>
            <a:off x="621792" y="4370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151" name="Text 148"/>
          <p:cNvSpPr/>
          <p:nvPr/>
        </p:nvSpPr>
        <p:spPr>
          <a:xfrm>
            <a:off x="621792" y="4517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NEGRE</a:t>
            </a:r>
            <a:endParaRPr lang="en-US" sz="1180" dirty="0"/>
          </a:p>
        </p:txBody>
      </p:sp>
      <p:sp>
        <p:nvSpPr>
          <p:cNvPr id="152" name="Shape 149"/>
          <p:cNvSpPr/>
          <p:nvPr/>
        </p:nvSpPr>
        <p:spPr>
          <a:xfrm>
            <a:off x="621792" y="4946904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621792" y="50383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154" name="Shape 151"/>
          <p:cNvSpPr/>
          <p:nvPr/>
        </p:nvSpPr>
        <p:spPr>
          <a:xfrm>
            <a:off x="1353312" y="5001768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426464" y="5042916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A</a:t>
            </a:r>
            <a:endParaRPr lang="en-US" sz="540" dirty="0"/>
          </a:p>
        </p:txBody>
      </p:sp>
      <p:sp>
        <p:nvSpPr>
          <p:cNvPr id="156" name="Shape 153"/>
          <p:cNvSpPr/>
          <p:nvPr/>
        </p:nvSpPr>
        <p:spPr>
          <a:xfrm>
            <a:off x="3328416" y="3547872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3328416" y="3547872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3511296" y="36576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CADET FEMENÍ VERMELL</a:t>
            </a:r>
            <a:endParaRPr lang="en-US" sz="720" dirty="0"/>
          </a:p>
        </p:txBody>
      </p:sp>
      <p:sp>
        <p:nvSpPr>
          <p:cNvPr id="159" name="Text 156"/>
          <p:cNvSpPr/>
          <p:nvPr/>
        </p:nvSpPr>
        <p:spPr>
          <a:xfrm>
            <a:off x="5321808" y="36210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</a:t>
            </a:r>
            <a:endParaRPr lang="en-US" sz="1400" dirty="0"/>
          </a:p>
        </p:txBody>
      </p:sp>
      <p:sp>
        <p:nvSpPr>
          <p:cNvPr id="160" name="Shape 157"/>
          <p:cNvSpPr/>
          <p:nvPr/>
        </p:nvSpPr>
        <p:spPr>
          <a:xfrm>
            <a:off x="3511296" y="3858768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3661258" y="3858768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3592275" y="3858768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730240" y="3858768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3867912" y="4042928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52839" y="4042928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867912" y="3870472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3939144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010376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4081607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3867912" y="3907963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3867912" y="3975445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5038344" y="3858768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 rot="1440000">
            <a:off x="5074554" y="3955329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 rot="-1320000">
            <a:off x="5134905" y="3892967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3511296" y="4105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CUBELLES BLAU</a:t>
            </a:r>
            <a:endParaRPr lang="en-US" sz="1180" dirty="0"/>
          </a:p>
        </p:txBody>
      </p:sp>
      <p:sp>
        <p:nvSpPr>
          <p:cNvPr id="176" name="Text 173"/>
          <p:cNvSpPr/>
          <p:nvPr/>
        </p:nvSpPr>
        <p:spPr>
          <a:xfrm>
            <a:off x="3511296" y="4370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177" name="Text 174"/>
          <p:cNvSpPr/>
          <p:nvPr/>
        </p:nvSpPr>
        <p:spPr>
          <a:xfrm>
            <a:off x="3511296" y="4517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VERMELL</a:t>
            </a:r>
            <a:endParaRPr lang="en-US" sz="1180" dirty="0"/>
          </a:p>
        </p:txBody>
      </p:sp>
      <p:sp>
        <p:nvSpPr>
          <p:cNvPr id="178" name="Shape 175"/>
          <p:cNvSpPr/>
          <p:nvPr/>
        </p:nvSpPr>
        <p:spPr>
          <a:xfrm>
            <a:off x="3511296" y="4946904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3511296" y="50383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180" name="Shape 177"/>
          <p:cNvSpPr/>
          <p:nvPr/>
        </p:nvSpPr>
        <p:spPr>
          <a:xfrm>
            <a:off x="4242816" y="5001768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4315968" y="5042916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F</a:t>
            </a:r>
            <a:endParaRPr lang="en-US" sz="540" dirty="0"/>
          </a:p>
        </p:txBody>
      </p:sp>
      <p:sp>
        <p:nvSpPr>
          <p:cNvPr id="182" name="Shape 179"/>
          <p:cNvSpPr/>
          <p:nvPr/>
        </p:nvSpPr>
        <p:spPr>
          <a:xfrm>
            <a:off x="6217920" y="3547872"/>
            <a:ext cx="2743200" cy="1719072"/>
          </a:xfrm>
          <a:prstGeom prst="roundRect">
            <a:avLst>
              <a:gd name="adj" fmla="val 3191"/>
            </a:avLst>
          </a:prstGeom>
          <a:solidFill>
            <a:srgbClr val="111C27">
              <a:alpha val="99000"/>
            </a:srgbClr>
          </a:solidFill>
          <a:ln w="10160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6217920" y="3547872"/>
            <a:ext cx="50292" cy="1719072"/>
          </a:xfrm>
          <a:prstGeom prst="rect">
            <a:avLst/>
          </a:prstGeom>
          <a:solidFill>
            <a:srgbClr val="FF69B1"/>
          </a:solidFill>
          <a:ln w="12700">
            <a:solidFill>
              <a:srgbClr val="FF69B1">
                <a:alpha val="0"/>
              </a:srgbClr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6400800" y="36576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45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SÈNIOR MASCULÍ NEGRE</a:t>
            </a:r>
            <a:endParaRPr lang="en-US" sz="720" dirty="0"/>
          </a:p>
        </p:txBody>
      </p:sp>
      <p:sp>
        <p:nvSpPr>
          <p:cNvPr id="185" name="Text 182"/>
          <p:cNvSpPr/>
          <p:nvPr/>
        </p:nvSpPr>
        <p:spPr>
          <a:xfrm>
            <a:off x="8211312" y="36210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400" dirty="0"/>
          </a:p>
        </p:txBody>
      </p:sp>
      <p:sp>
        <p:nvSpPr>
          <p:cNvPr id="186" name="Shape 183"/>
          <p:cNvSpPr/>
          <p:nvPr/>
        </p:nvSpPr>
        <p:spPr>
          <a:xfrm>
            <a:off x="6400800" y="3858768"/>
            <a:ext cx="299923" cy="187452"/>
          </a:xfrm>
          <a:prstGeom prst="rect">
            <a:avLst/>
          </a:prstGeom>
          <a:solidFill>
            <a:srgbClr val="03070C">
              <a:alpha val="0"/>
            </a:srgbClr>
          </a:solidFill>
          <a:ln w="8255">
            <a:solidFill>
              <a:srgbClr val="FF69B1">
                <a:alpha val="8000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6550762" y="3858768"/>
            <a:ext cx="0" cy="187452"/>
          </a:xfrm>
          <a:prstGeom prst="line">
            <a:avLst/>
          </a:prstGeom>
          <a:noFill/>
          <a:ln w="9525">
            <a:solidFill>
              <a:srgbClr val="FF69B1">
                <a:alpha val="9000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6481779" y="3858768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6619744" y="3858768"/>
            <a:ext cx="0" cy="187452"/>
          </a:xfrm>
          <a:prstGeom prst="line">
            <a:avLst/>
          </a:prstGeom>
          <a:noFill/>
          <a:ln w="5080">
            <a:solidFill>
              <a:srgbClr val="FF69B1">
                <a:alpha val="5500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6757416" y="4042928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7042343" y="4042928"/>
            <a:ext cx="0" cy="-202448"/>
          </a:xfrm>
          <a:prstGeom prst="line">
            <a:avLst/>
          </a:prstGeom>
          <a:noFill/>
          <a:ln w="10160">
            <a:solidFill>
              <a:srgbClr val="FF69B1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757416" y="3870472"/>
            <a:ext cx="284927" cy="0"/>
          </a:xfrm>
          <a:prstGeom prst="line">
            <a:avLst/>
          </a:prstGeom>
          <a:noFill/>
          <a:ln w="9525">
            <a:solidFill>
              <a:srgbClr val="FF69B1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6828648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6899880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6971111" y="3870472"/>
            <a:ext cx="0" cy="172456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6757416" y="3907963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6757416" y="3975445"/>
            <a:ext cx="284927" cy="0"/>
          </a:xfrm>
          <a:prstGeom prst="line">
            <a:avLst/>
          </a:prstGeom>
          <a:noFill/>
          <a:ln w="3556">
            <a:solidFill>
              <a:srgbClr val="FF69B1">
                <a:alpha val="6200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7927848" y="3858768"/>
            <a:ext cx="201168" cy="201168"/>
          </a:xfrm>
          <a:prstGeom prst="ellipse">
            <a:avLst/>
          </a:prstGeom>
          <a:solidFill>
            <a:srgbClr val="0D1E2B"/>
          </a:solidFill>
          <a:ln w="10160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 rot="1440000">
            <a:off x="7964058" y="3955329"/>
            <a:ext cx="128748" cy="914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 rot="-1320000">
            <a:off x="8024409" y="3892967"/>
            <a:ext cx="914" cy="132771"/>
          </a:xfrm>
          <a:prstGeom prst="line">
            <a:avLst/>
          </a:prstGeom>
          <a:noFill/>
          <a:ln w="5715">
            <a:solidFill>
              <a:srgbClr val="FF69B1">
                <a:alpha val="95000"/>
              </a:srgbClr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6400800" y="4105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UET SÈNIOR MASC</a:t>
            </a:r>
            <a:endParaRPr lang="en-US" sz="1180" dirty="0"/>
          </a:p>
        </p:txBody>
      </p:sp>
      <p:sp>
        <p:nvSpPr>
          <p:cNvPr id="202" name="Text 199"/>
          <p:cNvSpPr/>
          <p:nvPr/>
        </p:nvSpPr>
        <p:spPr>
          <a:xfrm>
            <a:off x="6400800" y="4370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20" dirty="0"/>
          </a:p>
        </p:txBody>
      </p:sp>
      <p:sp>
        <p:nvSpPr>
          <p:cNvPr id="203" name="Text 200"/>
          <p:cNvSpPr/>
          <p:nvPr/>
        </p:nvSpPr>
        <p:spPr>
          <a:xfrm>
            <a:off x="6400800" y="4517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4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MARTORELL NEGRE</a:t>
            </a:r>
            <a:endParaRPr lang="en-US" sz="1180" dirty="0"/>
          </a:p>
        </p:txBody>
      </p:sp>
      <p:sp>
        <p:nvSpPr>
          <p:cNvPr id="204" name="Shape 201"/>
          <p:cNvSpPr/>
          <p:nvPr/>
        </p:nvSpPr>
        <p:spPr>
          <a:xfrm>
            <a:off x="6400800" y="4946904"/>
            <a:ext cx="2377440" cy="0"/>
          </a:xfrm>
          <a:prstGeom prst="line">
            <a:avLst/>
          </a:prstGeom>
          <a:noFill/>
          <a:ln w="6985">
            <a:solidFill>
              <a:srgbClr val="FF69B1">
                <a:alpha val="30000"/>
              </a:srgbClr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6400800" y="503834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80" kern="0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</a:t>
            </a:r>
            <a:endParaRPr lang="en-US" sz="580" dirty="0"/>
          </a:p>
        </p:txBody>
      </p:sp>
      <p:sp>
        <p:nvSpPr>
          <p:cNvPr id="206" name="Shape 203"/>
          <p:cNvSpPr/>
          <p:nvPr/>
        </p:nvSpPr>
        <p:spPr>
          <a:xfrm>
            <a:off x="7132320" y="5001768"/>
            <a:ext cx="1645920" cy="182880"/>
          </a:xfrm>
          <a:prstGeom prst="roundRect">
            <a:avLst>
              <a:gd name="adj" fmla="val 12500"/>
            </a:avLst>
          </a:prstGeom>
          <a:solidFill>
            <a:srgbClr val="09141E">
              <a:alpha val="95000"/>
            </a:srgbClr>
          </a:solidFill>
          <a:ln w="5715">
            <a:solidFill>
              <a:srgbClr val="FF69B1">
                <a:alpha val="45000"/>
              </a:srgbClr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7205472" y="5042916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40" b="1" dirty="0">
                <a:solidFill>
                  <a:srgbClr val="91A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FASE - GRUP A</a:t>
            </a:r>
            <a:endParaRPr lang="en-US" sz="540" dirty="0"/>
          </a:p>
        </p:txBody>
      </p:sp>
      <p:sp>
        <p:nvSpPr>
          <p:cNvPr id="208" name="Shape 205"/>
          <p:cNvSpPr/>
          <p:nvPr/>
        </p:nvSpPr>
        <p:spPr>
          <a:xfrm>
            <a:off x="2862072" y="5532120"/>
            <a:ext cx="6473952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FF69B1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8000"/>
              </a:srgbClr>
            </a:outerShdw>
          </a:effectLst>
        </p:spPr>
      </p:sp>
      <p:pic>
        <p:nvPicPr>
          <p:cNvPr id="209" name="Image 1" descr="C:\Users\TMTZEKI\cvmartorell\cv-martorell\scripts\faldon_spon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5596128"/>
            <a:ext cx="6291072" cy="832104"/>
          </a:xfrm>
          <a:prstGeom prst="rect">
            <a:avLst/>
          </a:prstGeom>
        </p:spPr>
      </p:pic>
      <p:sp>
        <p:nvSpPr>
          <p:cNvPr id="210" name="Shape 206"/>
          <p:cNvSpPr/>
          <p:nvPr/>
        </p:nvSpPr>
        <p:spPr>
          <a:xfrm>
            <a:off x="457200" y="6510528"/>
            <a:ext cx="11228832" cy="0"/>
          </a:xfrm>
          <a:prstGeom prst="line">
            <a:avLst/>
          </a:prstGeom>
          <a:noFill/>
          <a:ln w="13970">
            <a:solidFill>
              <a:srgbClr val="FF69B1">
                <a:alpha val="70000"/>
              </a:srgbClr>
            </a:solidFill>
            <a:prstDash val="solid"/>
          </a:ln>
        </p:spPr>
      </p:sp>
      <p:sp>
        <p:nvSpPr>
          <p:cNvPr id="211" name="Text 207"/>
          <p:cNvSpPr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60" kern="0" dirty="0">
                <a:solidFill>
                  <a:srgbClr val="FF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VOLEIBOL MARTORELL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Club Voleibol Martorell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Partits de la setmana</dc:title>
  <dc:subject>Partits de la setmana</dc:subject>
  <dc:creator>Club Voleibol Martorell</dc:creator>
  <cp:lastModifiedBy>Club Voleibol Martorell</cp:lastModifiedBy>
  <cp:revision>1</cp:revision>
  <dcterms:created xsi:type="dcterms:W3CDTF">2026-09-30T09:38:20Z</dcterms:created>
  <dcterms:modified xsi:type="dcterms:W3CDTF">2026-09-30T09:38:20Z</dcterms:modified>
</cp:coreProperties>
</file>